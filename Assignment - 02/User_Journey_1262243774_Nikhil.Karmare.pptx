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</p:sldIdLst>
  <p:sldSz cx="9144000" cy="6588125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57" autoAdjust="0"/>
  </p:normalViewPr>
  <p:slideViewPr>
    <p:cSldViewPr snapToGrid="0">
      <p:cViewPr>
        <p:scale>
          <a:sx n="100" d="100"/>
          <a:sy n="100" d="100"/>
        </p:scale>
        <p:origin x="2124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85800"/>
            <a:ext cx="475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3389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85800"/>
            <a:ext cx="475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701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53699"/>
            <a:ext cx="8520600" cy="26291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30129"/>
            <a:ext cx="8520600" cy="101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754947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476164"/>
            <a:ext cx="8520600" cy="437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476164"/>
            <a:ext cx="3999900" cy="437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476164"/>
            <a:ext cx="3999900" cy="437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11648"/>
            <a:ext cx="2808000" cy="9679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779889"/>
            <a:ext cx="2808000" cy="4072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76581"/>
            <a:ext cx="6367800" cy="52397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0"/>
            <a:ext cx="4572000" cy="65881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579530"/>
            <a:ext cx="4045200" cy="189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590359"/>
            <a:ext cx="4045200" cy="15819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27442"/>
            <a:ext cx="3837000" cy="47329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418792"/>
            <a:ext cx="5998800" cy="7750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16796"/>
            <a:ext cx="8520600" cy="2514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037572"/>
            <a:ext cx="8520600" cy="1666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108527"/>
            <a:ext cx="26925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108527"/>
            <a:ext cx="26925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108527"/>
            <a:ext cx="26925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48" userDrawn="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108527"/>
            <a:ext cx="26925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48" userDrawn="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108527"/>
            <a:ext cx="33168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48" userDrawn="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108527"/>
            <a:ext cx="3419400" cy="39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48" userDrawn="1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117263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5" y="555610"/>
            <a:ext cx="196727" cy="205405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410069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1124151"/>
            <a:ext cx="8916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1124151"/>
            <a:ext cx="64779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117263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5809712"/>
            <a:ext cx="5771700" cy="3396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34" userDrawn="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117263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5809712"/>
            <a:ext cx="5771700" cy="3396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34" userDrawn="1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117263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5" y="555610"/>
            <a:ext cx="196727" cy="205405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410069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938252"/>
            <a:ext cx="57717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977817"/>
            <a:ext cx="3486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3563428"/>
            <a:ext cx="17073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3026915"/>
            <a:ext cx="307200" cy="393481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977817"/>
            <a:ext cx="3486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3563428"/>
            <a:ext cx="17073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3026915"/>
            <a:ext cx="307200" cy="393481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977817"/>
            <a:ext cx="3486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3563428"/>
            <a:ext cx="17073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3026915"/>
            <a:ext cx="307200" cy="393481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7" name="Google Shape;107;p23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  <p15:guide id="2" orient="horz" pos="3734" userDrawn="1">
          <p15:clr>
            <a:srgbClr val="FA7B17"/>
          </p15:clr>
        </p15:guide>
        <p15:guide id="3" pos="405" userDrawn="1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953699"/>
            <a:ext cx="8222100" cy="2629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3630129"/>
            <a:ext cx="8222100" cy="101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464954"/>
            <a:ext cx="31542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6096748"/>
            <a:ext cx="1716000" cy="419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854016"/>
            <a:ext cx="7287300" cy="50545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6071252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60526"/>
            <a:ext cx="2854800" cy="398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90" y="614726"/>
            <a:ext cx="196727" cy="205405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239403"/>
            <a:ext cx="2099700" cy="39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5270500"/>
            <a:ext cx="8520600" cy="1078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117263"/>
            <a:ext cx="3670500" cy="339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220358"/>
            <a:ext cx="307340" cy="393661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144" userDrawn="1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951586"/>
            <a:ext cx="5541000" cy="1608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2350066"/>
            <a:ext cx="3984300" cy="2711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206145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5" y="5959288"/>
            <a:ext cx="446125" cy="18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476164"/>
            <a:ext cx="8520600" cy="437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953699"/>
            <a:ext cx="8520600" cy="26291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3630129"/>
            <a:ext cx="8520600" cy="10152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365975"/>
            <a:ext cx="7519500" cy="974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700" y="5959288"/>
            <a:ext cx="446125" cy="18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44" name="Google Shape;144;p32"/>
          <p:cNvSpPr/>
          <p:nvPr/>
        </p:nvSpPr>
        <p:spPr>
          <a:xfrm>
            <a:off x="241450" y="5223323"/>
            <a:ext cx="8526300" cy="109821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3646309"/>
            <a:ext cx="8526300" cy="151167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776117"/>
            <a:ext cx="8526300" cy="180486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966640"/>
            <a:ext cx="8526300" cy="74392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1178939"/>
            <a:ext cx="1424100" cy="35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966640"/>
            <a:ext cx="0" cy="5354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966640"/>
            <a:ext cx="0" cy="5354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966640"/>
            <a:ext cx="0" cy="5354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966640"/>
            <a:ext cx="0" cy="5354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966636"/>
            <a:ext cx="0" cy="53646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966640"/>
            <a:ext cx="0" cy="5354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966636"/>
            <a:ext cx="2700" cy="532967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53255"/>
            <a:ext cx="5998800" cy="61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263888" y="1168498"/>
            <a:ext cx="806176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252530" y="2539232"/>
            <a:ext cx="72356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449271" y="4240884"/>
            <a:ext cx="1117042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550416" y="5643589"/>
            <a:ext cx="1285731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966640"/>
            <a:ext cx="8526300" cy="75891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5269743"/>
            <a:ext cx="8526300" cy="111012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3675532"/>
            <a:ext cx="8526300" cy="152819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784944"/>
            <a:ext cx="8526300" cy="182446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966636"/>
            <a:ext cx="0" cy="54230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808429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808429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808429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808429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777176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808429"/>
            <a:ext cx="1424100" cy="139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966640"/>
            <a:ext cx="0" cy="5413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76164"/>
            <a:ext cx="8520600" cy="437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0017"/>
            <a:ext cx="8520600" cy="73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476164"/>
            <a:ext cx="8520600" cy="437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5972948"/>
            <a:ext cx="548700" cy="50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663" y="70437"/>
            <a:ext cx="2790611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lang="en-IN" sz="1600" b="1" dirty="0" err="1"/>
              <a:t>Ananya</a:t>
            </a:r>
            <a:r>
              <a:rPr lang="en-IN" sz="1600" b="1" dirty="0"/>
              <a:t> Sharma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339837"/>
            <a:ext cx="8877086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-US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Find a suitable and trustworthy life partner on </a:t>
            </a:r>
            <a:r>
              <a:rPr lang="en-US" sz="1100" dirty="0" err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BharatMatrimony</a:t>
            </a:r>
            <a:r>
              <a:rPr lang="en-US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while feeling confident about the authenticity of profile information.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3617520158"/>
              </p:ext>
            </p:extLst>
          </p:nvPr>
        </p:nvGraphicFramePr>
        <p:xfrm>
          <a:off x="76200" y="735012"/>
          <a:ext cx="8972550" cy="5758250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86562"/>
                <a:gridCol w="1604288"/>
                <a:gridCol w="1495425"/>
                <a:gridCol w="1474960"/>
                <a:gridCol w="1515890"/>
                <a:gridCol w="1495425"/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 </a:t>
                      </a:r>
                      <a:r>
                        <a:rPr lang="e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 : Open Platform 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 </a:t>
                      </a:r>
                      <a:r>
                        <a:rPr lang="e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 : Search Matches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 </a:t>
                      </a:r>
                      <a:r>
                        <a:rPr lang="e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 : View Profile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 </a:t>
                      </a:r>
                      <a:r>
                        <a:rPr lang="e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</a:t>
                      </a:r>
                      <a:r>
                        <a:rPr lang="en-I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: Check Verification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 </a:t>
                      </a:r>
                      <a:r>
                        <a:rPr lang="en" sz="1100" b="1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 : Decide to connect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Bharat   Matrimony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B. </a:t>
                      </a: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Log in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C.Go to</a:t>
                      </a:r>
                      <a:r>
                        <a:rPr lang="en" sz="1100" baseline="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 match/search section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preferences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filters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C.Browse suggestes profiles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Open a potential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match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Read personal details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C.Check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education, occupation and family information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Look for verfification/trust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badges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nderstand what has been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verified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ompare verified and unverified information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valuate overall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profile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ecide whether the information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feels credible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</a:t>
                      </a:r>
                      <a:r>
                        <a:rPr lang="en-I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end interest</a:t>
                      </a:r>
                      <a:r>
                        <a:rPr lang="en" sz="1100" baseline="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/ message or continue searching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8038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  <a:endParaRPr lang="en-I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Curious, hopeful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dirty="0" smtClean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Interested, focused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dirty="0" smtClean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Curious, analytical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Cautious, uncertain, reassured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Confident or hesitant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Area to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Make the starting journey clear and focused on finding relevant matches.</a:t>
                      </a: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 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Area to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Make filters and matching preferences easy to understand.</a:t>
                      </a: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 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Area to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Present important profile information in a clear hierarchy so users can quickly find relevant details.</a:t>
                      </a: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 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Area to improve </a:t>
                      </a: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Explain verification badges clearly and make verified information easy to identify.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Area to </a:t>
                      </a:r>
                      <a:r>
                        <a:rPr lang="en" sz="1100" dirty="0" smtClean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100" dirty="0" smtClean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Provide enough clear trust-related information to help users make a confident decision before contacting a match.</a:t>
                      </a:r>
                      <a:r>
                        <a:rPr lang="en" sz="1100" dirty="0" smtClean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 </a:t>
                      </a:r>
                      <a:endParaRPr lang="en-IN" sz="1100" dirty="0" smtClean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258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Google Sans</vt:lpstr>
      <vt:lpstr>Google Sans Medium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5</cp:revision>
  <dcterms:modified xsi:type="dcterms:W3CDTF">2026-08-10T18:40:30Z</dcterms:modified>
</cp:coreProperties>
</file>